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4" r:id="rId5"/>
    <p:sldId id="265" r:id="rId6"/>
    <p:sldId id="266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074DB-9EAA-4DF2-9F9A-10EF0BCA1D94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C66-ABA9-4BBE-9EC8-9E22219574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718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074DB-9EAA-4DF2-9F9A-10EF0BCA1D94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C66-ABA9-4BBE-9EC8-9E22219574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375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074DB-9EAA-4DF2-9F9A-10EF0BCA1D94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C66-ABA9-4BBE-9EC8-9E22219574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58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074DB-9EAA-4DF2-9F9A-10EF0BCA1D94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C66-ABA9-4BBE-9EC8-9E22219574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03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074DB-9EAA-4DF2-9F9A-10EF0BCA1D94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C66-ABA9-4BBE-9EC8-9E22219574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45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074DB-9EAA-4DF2-9F9A-10EF0BCA1D94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C66-ABA9-4BBE-9EC8-9E22219574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598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074DB-9EAA-4DF2-9F9A-10EF0BCA1D94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C66-ABA9-4BBE-9EC8-9E22219574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7896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074DB-9EAA-4DF2-9F9A-10EF0BCA1D94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C66-ABA9-4BBE-9EC8-9E22219574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24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074DB-9EAA-4DF2-9F9A-10EF0BCA1D94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C66-ABA9-4BBE-9EC8-9E22219574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428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074DB-9EAA-4DF2-9F9A-10EF0BCA1D94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C66-ABA9-4BBE-9EC8-9E22219574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7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F074DB-9EAA-4DF2-9F9A-10EF0BCA1D94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BC66-ABA9-4BBE-9EC8-9E22219574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982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F074DB-9EAA-4DF2-9F9A-10EF0BCA1D94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D4BC66-ABA9-4BBE-9EC8-9E22219574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838" y="-13583"/>
            <a:ext cx="12217676" cy="687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5188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1120" y="808854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1040" y="2342289"/>
            <a:ext cx="4159431" cy="41594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3487" y="4159876"/>
            <a:ext cx="36962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smtClean="0"/>
              <a:t>Name :</a:t>
            </a:r>
          </a:p>
          <a:p>
            <a:r>
              <a:rPr lang="en-IN" dirty="0" smtClean="0"/>
              <a:t>School :</a:t>
            </a:r>
          </a:p>
          <a:p>
            <a:r>
              <a:rPr lang="en-IN" dirty="0" smtClean="0"/>
              <a:t>Class :</a:t>
            </a:r>
          </a:p>
          <a:p>
            <a:r>
              <a:rPr lang="en-IN" dirty="0" smtClean="0"/>
              <a:t>Python Level 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0540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7" y="38510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8537"/>
            <a:ext cx="10515600" cy="4818426"/>
          </a:xfrm>
        </p:spPr>
        <p:txBody>
          <a:bodyPr/>
          <a:lstStyle/>
          <a:p>
            <a:pPr algn="just">
              <a:lnSpc>
                <a:spcPct val="100000"/>
              </a:lnSpc>
              <a:buNone/>
            </a:pPr>
            <a:r>
              <a:rPr lang="en-US" dirty="0" smtClean="0"/>
              <a:t>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124" y="4493622"/>
            <a:ext cx="1993991" cy="199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84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4577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YOU CHOOSE THIS PROJECT</a:t>
            </a:r>
            <a:endParaRPr lang="en-US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7970" y="568056"/>
            <a:ext cx="724796" cy="919699"/>
          </a:xfrm>
        </p:spPr>
      </p:pic>
      <p:sp>
        <p:nvSpPr>
          <p:cNvPr id="5" name="TextBox 4"/>
          <p:cNvSpPr txBox="1"/>
          <p:nvPr/>
        </p:nvSpPr>
        <p:spPr>
          <a:xfrm>
            <a:off x="838200" y="1854926"/>
            <a:ext cx="1068324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805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7" y="385104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CONCEPTS YOU USED</a:t>
            </a:r>
            <a:endParaRPr lang="en-US" sz="4000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58537"/>
            <a:ext cx="10515600" cy="4818426"/>
          </a:xfrm>
        </p:spPr>
        <p:txBody>
          <a:bodyPr/>
          <a:lstStyle/>
          <a:p>
            <a:pPr algn="just">
              <a:lnSpc>
                <a:spcPct val="100000"/>
              </a:lnSpc>
              <a:buNone/>
            </a:pPr>
            <a:r>
              <a:rPr lang="en-US" dirty="0" smtClean="0"/>
              <a:t>…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875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99233"/>
            <a:ext cx="10515600" cy="1325563"/>
          </a:xfrm>
        </p:spPr>
        <p:txBody>
          <a:bodyPr/>
          <a:lstStyle/>
          <a:p>
            <a:r>
              <a:rPr lang="en-US" dirty="0" smtClean="0"/>
              <a:t>WORKING DEMO…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7832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99233"/>
            <a:ext cx="10515600" cy="1325563"/>
          </a:xfrm>
        </p:spPr>
        <p:txBody>
          <a:bodyPr/>
          <a:lstStyle/>
          <a:p>
            <a:r>
              <a:rPr lang="en-US" dirty="0" smtClean="0"/>
              <a:t>WHAT YOU LEARNED IN THIS 12 WEEKS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961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99233"/>
            <a:ext cx="10515600" cy="1325563"/>
          </a:xfrm>
        </p:spPr>
        <p:txBody>
          <a:bodyPr/>
          <a:lstStyle/>
          <a:p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7746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37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PROJECT TITLE</vt:lpstr>
      <vt:lpstr>OBJECTIVE</vt:lpstr>
      <vt:lpstr>WHY YOU CHOOSE THIS PROJECT</vt:lpstr>
      <vt:lpstr>CONCEPTS YOU USED</vt:lpstr>
      <vt:lpstr>WORKING DEMO…</vt:lpstr>
      <vt:lpstr>WHAT YOU LEARNED IN THIS 12 WEEKS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Windows User</dc:creator>
  <cp:lastModifiedBy>HP</cp:lastModifiedBy>
  <cp:revision>22</cp:revision>
  <dcterms:created xsi:type="dcterms:W3CDTF">2020-03-27T14:31:16Z</dcterms:created>
  <dcterms:modified xsi:type="dcterms:W3CDTF">2026-03-21T04:50:11Z</dcterms:modified>
</cp:coreProperties>
</file>